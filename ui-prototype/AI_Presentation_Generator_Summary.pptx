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 Presentation Generator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Turning raw business data into interactive dashboards &amp; investor-ready decks — powered by Gemini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0A5FA"/>
                </a:solidFill>
              </a:rPr>
              <a:t>React + Vite  •  Express Backend  •  Google Gemini  •  PptxGenJS Export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What the App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4155"/>
                </a:solidFill>
              </a:rPr>
              <a:t>The AI Presentation Generator lets business users upload raw datasets (CSV, XLSX, JSON) and instantly receive a polished, interactive report — complete with KPIs, charts, AI-generated insights, and a one-click PowerPoint export. A built-in AI chat assistant lets users ask follow-up questions about their own data.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Upload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4023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User uploads CSV/XLSX/JSON files and optional analysis instructions.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74320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AI Titles the Report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4023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Gemini inspects a data sample and generates a concise report title.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74320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Dynamic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4023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Gemini returns structured JSON (KPIs, charts, insights) rendered live with Recharts.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274320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09828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Chat &amp; Export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98280" y="4023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Users chat with an AI assistant about the report, then export to PPTX in one click.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Presentation Generator — Project Summary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Three Report Templates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9728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General Report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Standard metrics &amp; performance visualization for generic datasets. AI dynamically generates KPIs, a trend line chart, a category bar chart, and narrative insights from the uploaded file.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09728" cy="1463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Transactions Analysis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Analyzes transaction anomalies, weekly flagged-vs-trusted trends, and regional trust scores. Drill down by region into customer-level anomaly tables (segment, trust level, amount at risk, status).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109728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Risk Analysis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983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Interactive risk matrix (Cyber, Operational, Regulatory, IT) with click-to-drill-down case details, approve/reject workflows, and an AI-generated mitigation strategy per risk category.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Presentation Generator — Project Summary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Frontend — ui-prototype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React 19 + TypeScript + Vite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React Router (Home, General, Transactions, Risk views)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Tailwind CSS UI styling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Recharts for live dashboard visualizations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xlsx for parsing uploaded spreadsheets client-side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pptxgenjs for one-click PPTX export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Floating ChatWidget calling backend /api/chat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760720" y="128016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1463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</a:rPr>
              <a:t>Backend — backend/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35040" y="196596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Node.js + Express server (port 3001)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Google Gemini via @google/genai SDK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GET /api/kpis — mock dashboard KPIs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GET /api/flagged — mock flagged-case data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POST /api/chat — live LLM chat + report/JSON generation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Automatic retry on 429 rate-limit responses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CORS enabled for local frontend dev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40680" y="3108960"/>
            <a:ext cx="365760" cy="3657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Presentation Generator — Project Summary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AI-Powered Data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Uploaded file data is sampled client-side and sent to the backend, which prompts Gemini to return a title and, for the General Report, a strict JSON schema (KPIs, two charts, and narrative insights) rendered live in the dashboard.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4231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File Upload (CSV/XLSX/JSON)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04288" y="2926080"/>
            <a:ext cx="274320" cy="27432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2606040" y="23774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24231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Sample Extracted Client-Side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53128" y="2926080"/>
            <a:ext cx="274320" cy="27432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3774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4231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Gemini Generates Report Title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01968" y="2926080"/>
            <a:ext cx="274320" cy="27432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03720" y="23774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24231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Gemini Generates Dashboard JSON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50808" y="2926080"/>
            <a:ext cx="274320" cy="27432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9052560" y="23774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9098280" y="24231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Recharts Renders Live 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899648" y="2926080"/>
            <a:ext cx="274320" cy="27432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01400" y="23774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0" y="24231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 Assistant + PPTX Export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Powered by model: gemini-3.6-flash  •  Endpoint: POST /api/chat  •  Automatic 429 retry with backoff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Presentation Generator — Project Summary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Dynamic Dashboards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AI-generated KPIs and charts tailored to the uploaded dataset — no hardcoded templates.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60520" y="11887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🖱️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4340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Interactive Drill-Downs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Click chart segments (pie slices, bars) to reveal case-level detail tables.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0" y="11887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04672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Approval Workflows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Risk items can be approved/rejected inline, tracked with visual status badges.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Context-Aware Chat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Floating assistant answers questions using the exact report data as context.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60520" y="30632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34340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One-Click PPTX Export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43400" y="4069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Every report can be exported to a branded PowerPoint deck via pptxgenjs.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0" y="30632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🕘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04672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Report History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0" y="4069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Sidebar tracks previously generated reports for quick re-access.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Presentation Generator — Project Summary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32004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React 19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TypeScript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Vite 8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React Router 7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Tailwind CSS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Recharts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lucide-react (icons)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xlsx (file parsing)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pptxgenjs (export)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118872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26280" y="1920240"/>
            <a:ext cx="32004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Node.js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Express 5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@google/genai (Gemini)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openai (SDK available)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dotenv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cors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18872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Data &amp; Sample Assets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66760" y="1920240"/>
            <a:ext cx="32004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CSV / XLSX mock datasets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Risk matrices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Incident reports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Customer feedback data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Fraud transaction samples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Presentation Generator — Project Summary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It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Turns raw spreadsheets into decision-ready insights in minutes, not hours.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Removes manual chart-building and PowerPoint formatting work for analysts.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Keeps humans in the loop via drill-downs, approvals, and a contextual AI assistant.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Modular report templates (General, Transactions, Risk) adapt to different business domains.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0A5FA"/>
                </a:solidFill>
              </a:rPr>
              <a:t>Currently running locally: Backend on :3001  •  Frontend (Vite) on :5173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Presentation Generator — Project 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2026-09-22T13:24:25Z</dcterms:created>
  <dcterms:modified xsi:type="dcterms:W3CDTF">2026-09-22T13:24:25Z</dcterms:modified>
</cp:coreProperties>
</file>